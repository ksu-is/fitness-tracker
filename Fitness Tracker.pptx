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470700-016C-5D4B-9502-2EF04EA69026}" v="4" dt="2026-05-01T18:35:06.3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682"/>
  </p:normalViewPr>
  <p:slideViewPr>
    <p:cSldViewPr snapToGrid="0">
      <p:cViewPr varScale="1">
        <p:scale>
          <a:sx n="119" d="100"/>
          <a:sy n="119" d="100"/>
        </p:scale>
        <p:origin x="21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5/1/26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5/1/26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5/1/26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5/1/26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5/1/26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5/1/26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5/1/26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5/1/26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5/1/26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5/1/26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5/1/26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5/1/26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CBD36-D768-15AB-96EE-33ED31336823}"/>
              </a:ext>
            </a:extLst>
          </p:cNvPr>
          <p:cNvSpPr>
            <a:spLocks noGrp="1"/>
          </p:cNvSpPr>
          <p:nvPr>
            <p:ph type="ctrTitle"/>
          </p:nvPr>
        </p:nvSpPr>
        <p:spPr/>
        <p:txBody>
          <a:bodyPr/>
          <a:lstStyle/>
          <a:p>
            <a:r>
              <a:rPr lang="en-US" dirty="0"/>
              <a:t>Fitness Tracker</a:t>
            </a:r>
          </a:p>
        </p:txBody>
      </p:sp>
      <p:sp>
        <p:nvSpPr>
          <p:cNvPr id="3" name="Subtitle 2">
            <a:extLst>
              <a:ext uri="{FF2B5EF4-FFF2-40B4-BE49-F238E27FC236}">
                <a16:creationId xmlns:a16="http://schemas.microsoft.com/office/drawing/2014/main" id="{DC6893C1-BCFB-72F6-280D-D3228D3EA328}"/>
              </a:ext>
            </a:extLst>
          </p:cNvPr>
          <p:cNvSpPr>
            <a:spLocks noGrp="1"/>
          </p:cNvSpPr>
          <p:nvPr>
            <p:ph type="subTitle" idx="1"/>
          </p:nvPr>
        </p:nvSpPr>
        <p:spPr/>
        <p:txBody>
          <a:bodyPr/>
          <a:lstStyle/>
          <a:p>
            <a:pPr algn="ctr"/>
            <a:r>
              <a:rPr lang="en-US" dirty="0"/>
              <a:t>By William Perkins</a:t>
            </a:r>
          </a:p>
        </p:txBody>
      </p:sp>
    </p:spTree>
    <p:extLst>
      <p:ext uri="{BB962C8B-B14F-4D97-AF65-F5344CB8AC3E}">
        <p14:creationId xmlns:p14="http://schemas.microsoft.com/office/powerpoint/2010/main" val="3823128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7C6C5-F6BF-FDB7-4868-32B3E4599C2B}"/>
              </a:ext>
            </a:extLst>
          </p:cNvPr>
          <p:cNvSpPr>
            <a:spLocks noGrp="1"/>
          </p:cNvSpPr>
          <p:nvPr>
            <p:ph type="title"/>
          </p:nvPr>
        </p:nvSpPr>
        <p:spPr>
          <a:xfrm>
            <a:off x="2049913" y="1238363"/>
            <a:ext cx="8092173" cy="5506682"/>
          </a:xfrm>
        </p:spPr>
        <p:txBody>
          <a:bodyPr>
            <a:normAutofit/>
          </a:bodyPr>
          <a:lstStyle/>
          <a:p>
            <a:pPr algn="ctr"/>
            <a:r>
              <a:rPr lang="en-US" sz="2000" dirty="0"/>
              <a:t>My fitness tracker is designed to help people workout based on what their current weight, what they lift and how many times they go to the gym. </a:t>
            </a:r>
            <a:br>
              <a:rPr lang="en-US" sz="2000" dirty="0"/>
            </a:br>
            <a:br>
              <a:rPr lang="en-US" sz="2000" dirty="0"/>
            </a:br>
            <a:r>
              <a:rPr lang="en-US" sz="2000" dirty="0"/>
              <a:t>I want to add AI and my personal experience to help ensure people are getting the correct workout based on what they want to do. </a:t>
            </a:r>
            <a:br>
              <a:rPr lang="en-US" sz="2000" dirty="0"/>
            </a:br>
            <a:br>
              <a:rPr lang="en-US" sz="2000" dirty="0"/>
            </a:br>
            <a:r>
              <a:rPr lang="en-US" sz="2000" dirty="0"/>
              <a:t>For example, on my program currently, there are question for users to answer to sort they workouts based on time, and if they want to gain or lose weight. </a:t>
            </a:r>
            <a:br>
              <a:rPr lang="en-US" sz="2000" dirty="0"/>
            </a:br>
            <a:br>
              <a:rPr lang="en-US" sz="2000" dirty="0"/>
            </a:br>
            <a:r>
              <a:rPr lang="en-US" sz="2000" dirty="0"/>
              <a:t>The Next page of this presentation will show what the program looks like and how it works.</a:t>
            </a:r>
          </a:p>
        </p:txBody>
      </p:sp>
      <p:sp>
        <p:nvSpPr>
          <p:cNvPr id="4" name="TextBox 3">
            <a:extLst>
              <a:ext uri="{FF2B5EF4-FFF2-40B4-BE49-F238E27FC236}">
                <a16:creationId xmlns:a16="http://schemas.microsoft.com/office/drawing/2014/main" id="{3A43DA0A-2C9D-4EDB-8F3E-B4744CC03D88}"/>
              </a:ext>
            </a:extLst>
          </p:cNvPr>
          <p:cNvSpPr txBox="1"/>
          <p:nvPr/>
        </p:nvSpPr>
        <p:spPr>
          <a:xfrm>
            <a:off x="2775473" y="118334"/>
            <a:ext cx="6196405" cy="369332"/>
          </a:xfrm>
          <a:prstGeom prst="rect">
            <a:avLst/>
          </a:prstGeom>
          <a:noFill/>
        </p:spPr>
        <p:txBody>
          <a:bodyPr wrap="square" rtlCol="0">
            <a:spAutoFit/>
          </a:bodyPr>
          <a:lstStyle/>
          <a:p>
            <a:pPr algn="ctr"/>
            <a:r>
              <a:rPr lang="en-US" dirty="0"/>
              <a:t>Overview of project</a:t>
            </a:r>
          </a:p>
        </p:txBody>
      </p:sp>
    </p:spTree>
    <p:extLst>
      <p:ext uri="{BB962C8B-B14F-4D97-AF65-F5344CB8AC3E}">
        <p14:creationId xmlns:p14="http://schemas.microsoft.com/office/powerpoint/2010/main" val="3309292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B196871-8C47-0A6C-2E3E-A3A3BBD0EE0C}"/>
              </a:ext>
            </a:extLst>
          </p:cNvPr>
          <p:cNvPicPr>
            <a:picLocks noChangeAspect="1"/>
          </p:cNvPicPr>
          <p:nvPr/>
        </p:nvPicPr>
        <p:blipFill>
          <a:blip r:embed="rId2"/>
          <a:stretch>
            <a:fillRect/>
          </a:stretch>
        </p:blipFill>
        <p:spPr>
          <a:xfrm>
            <a:off x="0" y="0"/>
            <a:ext cx="12192000" cy="6934200"/>
          </a:xfrm>
          <a:prstGeom prst="rect">
            <a:avLst/>
          </a:prstGeom>
        </p:spPr>
      </p:pic>
    </p:spTree>
    <p:extLst>
      <p:ext uri="{BB962C8B-B14F-4D97-AF65-F5344CB8AC3E}">
        <p14:creationId xmlns:p14="http://schemas.microsoft.com/office/powerpoint/2010/main" val="1292114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06DC9-1CBD-70E7-A7C0-976D83A6707C}"/>
              </a:ext>
            </a:extLst>
          </p:cNvPr>
          <p:cNvSpPr>
            <a:spLocks noGrp="1"/>
          </p:cNvSpPr>
          <p:nvPr>
            <p:ph type="title"/>
          </p:nvPr>
        </p:nvSpPr>
        <p:spPr>
          <a:xfrm>
            <a:off x="2116834" y="808056"/>
            <a:ext cx="7958331" cy="1077229"/>
          </a:xfrm>
        </p:spPr>
        <p:txBody>
          <a:bodyPr/>
          <a:lstStyle/>
          <a:p>
            <a:pPr algn="ctr"/>
            <a:r>
              <a:rPr lang="en-US" dirty="0"/>
              <a:t>Behind the programming</a:t>
            </a:r>
          </a:p>
        </p:txBody>
      </p:sp>
      <p:sp>
        <p:nvSpPr>
          <p:cNvPr id="4" name="TextBox 3">
            <a:extLst>
              <a:ext uri="{FF2B5EF4-FFF2-40B4-BE49-F238E27FC236}">
                <a16:creationId xmlns:a16="http://schemas.microsoft.com/office/drawing/2014/main" id="{86A5ECF2-4176-103D-C21D-84644D089C64}"/>
              </a:ext>
            </a:extLst>
          </p:cNvPr>
          <p:cNvSpPr txBox="1"/>
          <p:nvPr/>
        </p:nvSpPr>
        <p:spPr>
          <a:xfrm>
            <a:off x="3293633" y="1885285"/>
            <a:ext cx="5604734" cy="5355312"/>
          </a:xfrm>
          <a:prstGeom prst="rect">
            <a:avLst/>
          </a:prstGeom>
          <a:noFill/>
        </p:spPr>
        <p:txBody>
          <a:bodyPr wrap="square" rtlCol="0">
            <a:spAutoFit/>
          </a:bodyPr>
          <a:lstStyle/>
          <a:p>
            <a:r>
              <a:rPr lang="en-US" dirty="0"/>
              <a:t>Induces a welcome message with your name </a:t>
            </a:r>
          </a:p>
          <a:p>
            <a:endParaRPr lang="en-US" dirty="0"/>
          </a:p>
          <a:p>
            <a:r>
              <a:rPr lang="en-US" dirty="0"/>
              <a:t>Ask for weight and what you currently lift </a:t>
            </a:r>
          </a:p>
          <a:p>
            <a:endParaRPr lang="en-US" dirty="0"/>
          </a:p>
          <a:p>
            <a:r>
              <a:rPr lang="en-US" dirty="0"/>
              <a:t>Ask for how many days and minutes you workout for</a:t>
            </a:r>
          </a:p>
          <a:p>
            <a:endParaRPr lang="en-US" dirty="0"/>
          </a:p>
          <a:p>
            <a:r>
              <a:rPr lang="en-US" dirty="0"/>
              <a:t>Based on the information you give it will give you a set workout for all the days you want with reps and sets.</a:t>
            </a:r>
          </a:p>
          <a:p>
            <a:endParaRPr lang="en-US" dirty="0"/>
          </a:p>
          <a:p>
            <a:r>
              <a:rPr lang="en-US" dirty="0"/>
              <a:t>Then it sets a one month goal and a motivation speech.</a:t>
            </a:r>
          </a:p>
          <a:p>
            <a:endParaRPr lang="en-US" dirty="0"/>
          </a:p>
          <a:p>
            <a:r>
              <a:rPr lang="en-US" dirty="0"/>
              <a:t>I also added a miss workout which will generate another workout for you during the week.</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318527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EAA70F0-B832-14F0-5427-F1280B28C738}"/>
              </a:ext>
            </a:extLst>
          </p:cNvPr>
          <p:cNvSpPr txBox="1"/>
          <p:nvPr/>
        </p:nvSpPr>
        <p:spPr>
          <a:xfrm>
            <a:off x="2277035" y="1043491"/>
            <a:ext cx="7637929" cy="461665"/>
          </a:xfrm>
          <a:prstGeom prst="rect">
            <a:avLst/>
          </a:prstGeom>
          <a:noFill/>
        </p:spPr>
        <p:txBody>
          <a:bodyPr wrap="square" rtlCol="0">
            <a:spAutoFit/>
          </a:bodyPr>
          <a:lstStyle/>
          <a:p>
            <a:pPr algn="ctr"/>
            <a:r>
              <a:rPr lang="en-US" sz="2400" dirty="0"/>
              <a:t>What I want to add and improve on the fitness tracker </a:t>
            </a:r>
          </a:p>
        </p:txBody>
      </p:sp>
      <p:sp>
        <p:nvSpPr>
          <p:cNvPr id="5" name="TextBox 4">
            <a:extLst>
              <a:ext uri="{FF2B5EF4-FFF2-40B4-BE49-F238E27FC236}">
                <a16:creationId xmlns:a16="http://schemas.microsoft.com/office/drawing/2014/main" id="{E6F0AE6C-A074-3004-F835-34AAA5C7F426}"/>
              </a:ext>
            </a:extLst>
          </p:cNvPr>
          <p:cNvSpPr txBox="1"/>
          <p:nvPr/>
        </p:nvSpPr>
        <p:spPr>
          <a:xfrm>
            <a:off x="3223707" y="2056686"/>
            <a:ext cx="5744584" cy="4801314"/>
          </a:xfrm>
          <a:prstGeom prst="rect">
            <a:avLst/>
          </a:prstGeom>
          <a:noFill/>
        </p:spPr>
        <p:txBody>
          <a:bodyPr wrap="square" rtlCol="0">
            <a:spAutoFit/>
          </a:bodyPr>
          <a:lstStyle/>
          <a:p>
            <a:pPr algn="ctr"/>
            <a:r>
              <a:rPr lang="en-US" dirty="0"/>
              <a:t>I want to add more workouts using AI and video.</a:t>
            </a:r>
          </a:p>
          <a:p>
            <a:pPr algn="ctr"/>
            <a:endParaRPr lang="en-US" dirty="0"/>
          </a:p>
          <a:p>
            <a:pPr algn="ctr"/>
            <a:r>
              <a:rPr lang="en-US" dirty="0"/>
              <a:t>I want to add more questions to narrow down the workouts and what the user wants.</a:t>
            </a:r>
          </a:p>
          <a:p>
            <a:pPr algn="ctr"/>
            <a:endParaRPr lang="en-US" dirty="0"/>
          </a:p>
          <a:p>
            <a:pPr algn="ctr"/>
            <a:r>
              <a:rPr lang="en-US" dirty="0"/>
              <a:t>I want to add more to the miss days and the motivation speech based on what workout there are doing. </a:t>
            </a:r>
          </a:p>
          <a:p>
            <a:pPr algn="ctr"/>
            <a:r>
              <a:rPr lang="en-US" dirty="0"/>
              <a:t>For example, keep pushing if they are doing pushing exercises.</a:t>
            </a:r>
          </a:p>
          <a:p>
            <a:pPr algn="ctr"/>
            <a:endParaRPr lang="en-US" dirty="0"/>
          </a:p>
          <a:p>
            <a:pPr algn="ctr"/>
            <a:r>
              <a:rPr lang="en-US" dirty="0"/>
              <a:t>I believe that this program can become something significant and would love for people to try and and invest there time into getting better everyday.</a:t>
            </a:r>
          </a:p>
          <a:p>
            <a:pPr algn="ctr"/>
            <a:endParaRPr lang="en-US" dirty="0"/>
          </a:p>
          <a:p>
            <a:pPr algn="ctr"/>
            <a:r>
              <a:rPr lang="en-US" dirty="0"/>
              <a:t>Thank you.</a:t>
            </a:r>
          </a:p>
          <a:p>
            <a:pPr algn="ctr"/>
            <a:endParaRPr lang="en-US" dirty="0"/>
          </a:p>
          <a:p>
            <a:pPr algn="ctr"/>
            <a:endParaRPr lang="en-US" dirty="0"/>
          </a:p>
        </p:txBody>
      </p:sp>
    </p:spTree>
    <p:extLst>
      <p:ext uri="{BB962C8B-B14F-4D97-AF65-F5344CB8AC3E}">
        <p14:creationId xmlns:p14="http://schemas.microsoft.com/office/powerpoint/2010/main" val="33046950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Madison</Template>
  <TotalTime>23</TotalTime>
  <Words>302</Words>
  <Application>Microsoft Macintosh PowerPoint</Application>
  <PresentationFormat>Widescreen</PresentationFormat>
  <Paragraphs>29</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MS Shell Dlg 2</vt:lpstr>
      <vt:lpstr>Wingdings</vt:lpstr>
      <vt:lpstr>Wingdings 3</vt:lpstr>
      <vt:lpstr>Madison</vt:lpstr>
      <vt:lpstr>Fitness Tracker</vt:lpstr>
      <vt:lpstr>My fitness tracker is designed to help people workout based on what their current weight, what they lift and how many times they go to the gym.   I want to add AI and my personal experience to help ensure people are getting the correct workout based on what they want to do.   For example, on my program currently, there are question for users to answer to sort they workouts based on time, and if they want to gain or lose weight.   The Next page of this presentation will show what the program looks like and how it works.</vt:lpstr>
      <vt:lpstr>PowerPoint Presentation</vt:lpstr>
      <vt:lpstr>Behind the programming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William Perkins</dc:creator>
  <cp:lastModifiedBy>William Perkins</cp:lastModifiedBy>
  <cp:revision>2</cp:revision>
  <dcterms:created xsi:type="dcterms:W3CDTF">2026-05-01T18:15:38Z</dcterms:created>
  <dcterms:modified xsi:type="dcterms:W3CDTF">2026-05-01T18:38:54Z</dcterms:modified>
</cp:coreProperties>
</file>